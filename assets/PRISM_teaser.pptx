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 · 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FOR LLM RESEARCH AND AUDITS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spc="8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</a:t>
            </a:r>
            <a:endParaRPr lang="en-US" sz="14000" dirty="0"/>
          </a:p>
        </p:txBody>
      </p:sp>
      <p:sp>
        <p:nvSpPr>
          <p:cNvPr id="5" name="Shape 3"/>
          <p:cNvSpPr/>
          <p:nvPr/>
        </p:nvSpPr>
        <p:spPr>
          <a:xfrm>
            <a:off x="777240" y="3886200"/>
            <a:ext cx="1371600" cy="54864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160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one prompt isn't enough — and ad hoc multi-prompt work falls apart.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 ·  Research  ·  Iteration  ·  Synthesis  ·  Master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session three, nobody remembers the original thesis.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research spans competitive, technical, financial, and strategic angles. One prompt goes shallow. Splitting helps — until the splits drift apart.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60604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89864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8346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drift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34747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passes contradict each other as sources stack up.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55080" y="260604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260604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898648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78040" y="28346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collide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4747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LLMs give different numbers for the same benchmark.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31520" y="457200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57200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64608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800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blows up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005840" y="5440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three is fighting for token headroom.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355080" y="457200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55080" y="457200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864608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78040" y="4800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lost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629400" y="5440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“Wait — where did we leave off?” every time you resume.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Serious research</a:t>
            </a:r>
            <a:endParaRPr lang="en-US" sz="7800" dirty="0"/>
          </a:p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doesn't fit</a:t>
            </a:r>
            <a:endParaRPr lang="en-US" sz="7800" dirty="0"/>
          </a:p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one prompt.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777240" y="5212080"/>
            <a:ext cx="1371600" cy="54864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LLM session either answers everything shallowly — or produces a long, unfocused mass that's hard to trust.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PRISM v2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method that keeps research coherent across prompts, sessions, and context limits.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2788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Self-driving at Setup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143000" y="3291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subject and goal. Setup runs as iterative refinement against the Lens Library — seven probes grade the draft strategy until coverage saturates.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55080" y="1783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48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766560" y="2788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per prompt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766560" y="3291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dispatch carries a triple contract: Envelope (inbound), Self-check (substrate verification), Output (outbound file with structured signature).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4069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434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5074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Multi-LLM by design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143000" y="5577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Selection chooses per dispatch. Triangulation reconciles divergence at convergence. Cross-vendor disagreement is signal, not noise.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55080" y="4069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43484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5074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state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6766560" y="5577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file carries every artifact across every session. “What’s next?” resumes any project — start, mid-flight, or after a long pause.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BY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Designed around how you actually work.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substrate is a human moving artifacts between vendor chats, often on a phone. PRISM is built for that — file-based outputs, filename discipline, operator hints, and “What’s next” all serve it directly.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2788920"/>
            <a:ext cx="3657600" cy="28346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2788920"/>
            <a:ext cx="365760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154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markdown, plain chat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85800" y="406908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attached file, any vendor, any device. The framework runs in the same chat surface you already use. Manual paste-in is the default execution mode — not a fallback.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788920"/>
            <a:ext cx="3657600" cy="28346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2788920"/>
            <a:ext cx="365760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154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infinite resume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406908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is a single .md you can email to yourself, save to a phone, share with a collaborator. State doesn’t live in a service — it lives in the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88920"/>
            <a:ext cx="3657600" cy="28346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2788920"/>
            <a:ext cx="365760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3154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Mobile-readable rendering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58200" y="406908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Release-notes use heading format, not tables. No unescaped pipes in code spans inside cells. Markdown that renders cleanly on a 6-inch screen — the framework dogfoods its own rules.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Three-leg design (§1.3): Operator  ·  Substrate  ·  Methodology  —  every mechanic earns its place by serving all three.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SESSION TYPES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 names the split that v1.x ran inconsistently.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120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11680"/>
            <a:ext cx="5120640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with the framework attached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2918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state, Setup probes, Monitor fires, convergence reasoning.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 self-check at session open (SP-13).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by writing What’s next to the Master.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011680"/>
            <a:ext cx="5120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2011680"/>
            <a:ext cx="512064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vendor, single dispatched prompt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32918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prompt, one file out, no framework overhead.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only what the Envelope’s Attachments field names.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per the Envelope: Claude, Gemini, Perplexity, ChatGPT.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Crossing the boundary is the triple contract 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TRIPLE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load-bearing interface between sessions.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blocks. Visually distinctive. Self-contained. Survives mode changes (paste-chat today, automated dispatch later) unchanged.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78608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57860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2011680" y="246888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0" y="26517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86000" y="3063240"/>
            <a:ext cx="8869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ID, Master version, Vendor + config, Dispatch shape, Attachments, Expected output, Operator hints.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858768"/>
            <a:ext cx="1005840" cy="100584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8587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2011680" y="374904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0" y="39319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 verification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286000" y="4343400"/>
            <a:ext cx="8869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declares model identity, confirms match against Envelope’s Vendor and Vendor config fields. Halts on mismatch.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138928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13892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2011680" y="5029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0" y="521208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286000" y="5623560"/>
            <a:ext cx="8869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.md file wrapped in PRISM Execution Output signature. Filename + next-action instruction baked in.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Coverage as a first-class artifact.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reference catalog of audit-scope lenses graded against the draft Prompt Strategy. Probe 1 surfaces what a freehand scope would have silently missed.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77724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lenses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evaluated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56616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lenses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packs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635508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probes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vs. Library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6112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914400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readiness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P0→P1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lens = material question  ·  evidence class  ·  specialist type. External frameworks (WCAG, OWASP) appear as provenance, not rubrics.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AS ITERATIVE REFINEMENT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P0.1 → P0.2 → … until coverage saturates.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1 grades the draft strategy against the Library each iteration. Probes 6 &amp; 7 iterate early. Probes 2 &amp; 4 iterate per turn. Probes 3 &amp; 5 run once.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21208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grading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30552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2130552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76272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Scope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39896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739896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85616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49240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34924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94960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Pre-mortem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58584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958584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04304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67928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567928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13648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Recon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77272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7272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222992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Voice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READINESS  —  P0 → P1 BOUNDARY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25196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" y="4572000"/>
            <a:ext cx="640080" cy="64008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63040" y="4572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completeness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" y="52578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planned prompt has all six required fields.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51960" y="425196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0" y="4572000"/>
            <a:ext cx="640080" cy="64008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349240" y="4572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coverage saturation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72000" y="52578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applicable Lens covered or explicitly out of scope.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38160" y="425196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458200" y="4572000"/>
            <a:ext cx="640080" cy="64008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39" name="Text 37"/>
          <p:cNvSpPr/>
          <p:nvPr/>
        </p:nvSpPr>
        <p:spPr>
          <a:xfrm>
            <a:off x="84582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9235440" y="4572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ratification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458200" y="52578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approval. Silence is never consent (SP-9).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 +  WHAT’S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 state. One question to resume.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Master: a single living markdown file holding every artifact — Decision brief, Stakeholder register, Claim inventory, Jurisdiction map, Prompt Strategy, Findings, Rerun Register, Learnings, Changelog.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463040" y="2834640"/>
            <a:ext cx="9235440" cy="219456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63040" y="2834640"/>
            <a:ext cx="109728" cy="2194560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30632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FILE.  ASK ONE QUESTION.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352044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“What’s next?”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1828800" y="4572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entry point. Works for start, resume, or “where was I?” after a long pause.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never reconstruct from memory. The Master is the source of truth.  (SP-1)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CONTEXT-PRESSURE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session knows when it’s slipping.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signals — three volumetric, four behavioral — compounded qualitatively into four bands. Behavioral signals weight higher. Operator override is authoritative.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3017520"/>
            <a:ext cx="2606040" cy="16459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3017520"/>
            <a:ext cx="2606040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356616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warm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6616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Continuous-curation posture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3017520"/>
            <a:ext cx="2606040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635508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now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Operator-elective migration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6112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3017520"/>
            <a:ext cx="2606040" cy="1645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914400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handoff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Migrate — mandatory Migration handoff: a structured artifact, not pushing through a degraded session.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research problem too big for one prompt and too long for one session.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031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2057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audits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 ·  UX  ·  technical  · 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182880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031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03520" y="2057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75488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definition  ·  segmentation  ·  positioning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229600" y="182880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1031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52560" y="2057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50392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cross-checked. Triangulation built in.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31520" y="347472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74904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5448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due diligence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005840" y="4251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IC-ready memo with risk register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80560" y="347472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74904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0352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DD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4754880" y="4251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risk  ·  regulatory  ·  data lawfulness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8229600" y="347472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74904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5256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8503920" y="4251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recommendation with falsifier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“Any research problem where a single prompt would either be too shallow or too long to trust.”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30" name="Text 22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2468880"/>
            <a:ext cx="3657600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 PRISM.md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github.com/Ronkupper/PRISM. One file: framework + Lens Library + skill frontmatter.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468880"/>
            <a:ext cx="3657600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600" dirty="0"/>
          </a:p>
        </p:txBody>
      </p:sp>
      <p:sp>
        <p:nvSpPr>
          <p:cNvPr id="10" name="Text 8"/>
          <p:cNvSpPr/>
          <p:nvPr/>
        </p:nvSpPr>
        <p:spPr>
          <a:xfrm>
            <a:off x="452628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or install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4663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Claude session, or install as a Claude Skill so it auto-triggers on any project Master.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468880"/>
            <a:ext cx="3657600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600" dirty="0"/>
          </a:p>
        </p:txBody>
      </p:sp>
      <p:sp>
        <p:nvSpPr>
          <p:cNvPr id="14" name="Text 12"/>
          <p:cNvSpPr/>
          <p:nvPr/>
        </p:nvSpPr>
        <p:spPr>
          <a:xfrm>
            <a:off x="841248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your subject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412480" y="4663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Claude the project. Setup runs. Approve the strategy. Send “What’s next?”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6035040"/>
            <a:ext cx="1371600" cy="54864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6172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github.com/Ronkupper/PRISM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 v2.0 — A framework for LLM research and audits</dc:title>
  <dc:subject>PptxGenJS Presentation</dc:subject>
  <dc:creator>Ron Kuper</dc:creator>
  <cp:lastModifiedBy>Ron Kuper</cp:lastModifiedBy>
  <cp:revision>1</cp:revision>
  <dcterms:created xsi:type="dcterms:W3CDTF">2026-04-25T17:54:00Z</dcterms:created>
  <dcterms:modified xsi:type="dcterms:W3CDTF">2026-04-25T17:54:00Z</dcterms:modified>
</cp:coreProperties>
</file>