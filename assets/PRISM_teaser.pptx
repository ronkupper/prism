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128587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285875"/>
            <a:ext cx="164592" cy="1285875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2571750"/>
            <a:ext cx="164592" cy="1285875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3857625"/>
            <a:ext cx="164592" cy="1285875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v1.10.4 ·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 FOR LLM RESEARCH AND AUDITS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002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spc="-200" kern="0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PRISM</a:t>
            </a:r>
            <a:endParaRPr lang="en-US" sz="110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0E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one prompt isn't enough — and ad hoc multi-prompt work falls apart.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· Research · Iteration · Synthesis · Master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session three, nobody remembers the original thesis.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research spans competitive, technical, financial, strategic angles. One prompt goes shallow. Splitting helps — until the splits drift apart.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1965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3154680"/>
            <a:ext cx="19659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Outputs drift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749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passes contradict each other as sources stack up.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3154680"/>
            <a:ext cx="1965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3154680"/>
            <a:ext cx="19659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collide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88920" y="3749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LLMs give different numbers for the same benchmark.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154680"/>
            <a:ext cx="1965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3154680"/>
            <a:ext cx="19659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blows up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92040" y="3749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three is fighting for token headroom.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0" y="3154680"/>
            <a:ext cx="19659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0" y="3154680"/>
            <a:ext cx="19659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95160" y="33375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is lost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995160" y="374904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"Wait — where did we leave off?" every time you resume.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opening paragraph of PRISM.md, paraphrased.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73152" cy="2743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" y="105156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Serious research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doesn't fit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one prompt.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68680" y="39319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LLM session either answers everything shallowly — or produces a long, unfocused mass that's hard to trust.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4617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PRISM.md · What PRISM Is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PRISM 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method that keeps research coherent across prompts, sessions, and context limits.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103120"/>
            <a:ext cx="548640" cy="54864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2231136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Self-driving at Setup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417320" y="249631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the subject and goal. PRISM drafts the Prompt Strategy — you review, approve, and go.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54880" y="18745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83480" y="2103120"/>
            <a:ext cx="548640" cy="54864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496" y="223113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Foolproof per prompt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623560" y="249631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prompt arrives as a complete execution package: text, attachments, vendor, mode, depth.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474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703320"/>
            <a:ext cx="548640" cy="54864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83133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Multi-LLM when it helps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417320" y="409651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prompts can be run across Claude, Gemini, Perplexity — divergence is the signal.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754880" y="3474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83480" y="3703320"/>
            <a:ext cx="548640" cy="548640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831336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23560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to the project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5623560" y="409651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Scope Flags at Setup match the machinery to the work. Full coverage is the default.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one single living file — the Starter — that survives session-level memory gaps.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living file. Many specialist sessions.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03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drafts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Strategy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you approve.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3154680" y="2670048"/>
            <a:ext cx="228600" cy="237744"/>
          </a:xfrm>
          <a:prstGeom prst="rtTriangl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691640"/>
            <a:ext cx="25603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03320" y="196596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0332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PASSES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03320" y="29260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prompt runs in its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atomic session.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integrate into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(Layer 1).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rot="5400000">
            <a:off x="6035040" y="2670048"/>
            <a:ext cx="228600" cy="237744"/>
          </a:xfrm>
          <a:prstGeom prst="rtTriangl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691640"/>
            <a:ext cx="25603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1965960"/>
            <a:ext cx="502920" cy="5029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5836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SYNTHESIS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260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 session, nothing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cached. Conflicts resolve.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finalises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(Layer 2).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160520"/>
            <a:ext cx="8046720" cy="7315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361688"/>
            <a:ext cx="329184" cy="329184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18872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88720" y="44988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living markdown file · v0 → v1 → v2 → … → v9  |  carries state across every session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 MOVE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question. Every time. Start, resume, or pick up mid-project.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“What's next?”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file. Send those four words. Claude runs GATE-0, reads the Starter, and tells you where the project is and what to do next.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CD3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never need to remember where you left off.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AD HOC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PRISM does that unassisted multi-prompt work doesn't.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023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63040"/>
            <a:ext cx="54864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7099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reconstructed from memory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26771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prompt is self-contained. Every finding is written down. Sessions are disposable — the Starter is not.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54880" y="1463040"/>
            <a:ext cx="4023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463040"/>
            <a:ext cx="54864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73736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7099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survives sessions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0" y="226771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Starter to a fresh session and resume without context loss.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337560"/>
            <a:ext cx="4023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48640" y="3337560"/>
            <a:ext cx="54864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1188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5844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Drift caught early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2960" y="414223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and Gates watch for version drift, premise shifts, missing inputs, unscheduled reruns — before they compound.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754880" y="3337560"/>
            <a:ext cx="4023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337560"/>
            <a:ext cx="54864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61188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35844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 is explicit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029200" y="414223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Strategy is drafted at Setup applying prompt- and context-engineering best practices. The user approves — doesn't author.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FITS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one prompt would go shallow — or one session wouldn't hold it — PRISM fits.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112264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391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audits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· UX · Technical · Strategy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91840" y="178308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20440" y="2011680"/>
            <a:ext cx="502920" cy="50292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2112264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114800" y="20391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landscape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20440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definition · segmentation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035040" y="178308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63640" y="2011680"/>
            <a:ext cx="502920" cy="50292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211226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58000" y="20391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sizing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263640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cross-checked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48640" y="3291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520440"/>
            <a:ext cx="502920" cy="50292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3621024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478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due diligence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77240" y="4160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IC-ready memo with risk register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91840" y="3291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520440" y="3520440"/>
            <a:ext cx="502920" cy="50292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024" y="3621024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114800" y="35478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DD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3520440" y="4160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risk · regulatory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035040" y="3291840"/>
            <a:ext cx="26060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263640" y="3520440"/>
            <a:ext cx="502920" cy="502920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621024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858000" y="35478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entry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63640" y="4160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recommendation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548640" y="4663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"Any research problem where a single prompt would either be too shallow or too long to trust."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CALIBRATION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PRISM tells you what it doesn't do.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framework's own limitations section — the caveat is built 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017520" cy="2788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031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~70%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1097280" y="3429000"/>
            <a:ext cx="1920240" cy="0"/>
          </a:xfrm>
          <a:prstGeom prst="line">
            <a:avLst/>
          </a:prstGeom>
          <a:noFill/>
          <a:ln w="15875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611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adherence to the full framework in any given session.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85–90%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84048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Standing Principles, version management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2724912"/>
            <a:ext cx="4754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2788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55–65%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40480" y="31729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monitors (the weakest link)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0" y="3639312"/>
            <a:ext cx="4754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Always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40480" y="40873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is the real M6 — spot-check the critical 30%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70% that works is already a massive improvement over no framework.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1285875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79408" y="1285875"/>
            <a:ext cx="164592" cy="1285875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79408" y="2571750"/>
            <a:ext cx="164592" cy="1285875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3857625"/>
            <a:ext cx="164592" cy="128587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1F5F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steps.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00200" y="1920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D3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Attach PRISM.md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23134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any Claude session. Or install it as a Claude Skill so it loads automatically.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34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600200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D3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Tell Claude the project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00200" y="3273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goal, stakeholder, constraints. Claude drafts the Prompt Strategy.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794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60020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D3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 "What's next?"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00200" y="4233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universal entry point. It works for start, resume, or "where was I?"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8046720" cy="0"/>
          </a:xfrm>
          <a:prstGeom prst="line">
            <a:avLst/>
          </a:prstGeom>
          <a:noFill/>
          <a:ln w="6350">
            <a:solidFill>
              <a:srgbClr val="4338C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v1.10.4 · Ron Kuper + Claude ·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"Feed the starter, and the baking takes care of itself."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PRISM — A Framework for LLM Research and Audits</dc:title>
  <dc:subject>Teaser</dc:subject>
  <dc:creator>Ron Kuper</dc:creator>
  <cp:lastModifiedBy>Ron Kuper</cp:lastModifiedBy>
  <cp:revision>1</cp:revision>
  <dcterms:created xsi:type="dcterms:W3CDTF">2026-04-18T16:11:15Z</dcterms:created>
  <dcterms:modified xsi:type="dcterms:W3CDTF">2026-04-18T16:11:15Z</dcterms:modified>
</cp:coreProperties>
</file>