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· 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LLM RESEARCH AND AUDITS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777240" y="3886200"/>
            <a:ext cx="1371600" cy="54864"/>
          </a:xfrm>
          <a:prstGeom prst="rect">
            <a:avLst/>
          </a:prstGeom>
          <a:solidFill>
            <a:srgbClr val="E6B2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60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one prompt isn't enough — and ad hoc multi-prompt work falls apart.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 ·  Research  ·  Iteration  ·  Synthesis  ·  Master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session three, nobody remembers the original thesis.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research spans competitive, technical, financial, and strategic angles. One prompt goes shallow. Splitting helps — until the splits drift apart.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606040"/>
            <a:ext cx="54864" cy="1691640"/>
          </a:xfrm>
          <a:prstGeom prst="rect">
            <a:avLst/>
          </a:prstGeom>
          <a:solidFill>
            <a:srgbClr val="E6B2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986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834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drift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34747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passes contradict each other as sources stack up.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260604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2606040"/>
            <a:ext cx="54864" cy="1691640"/>
          </a:xfrm>
          <a:prstGeom prst="rect">
            <a:avLst/>
          </a:prstGeom>
          <a:solidFill>
            <a:srgbClr val="E6B2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8986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834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collide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4747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LLMs give different numbers for the same benchmark.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45720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572000"/>
            <a:ext cx="54864" cy="1691640"/>
          </a:xfrm>
          <a:prstGeom prst="rect">
            <a:avLst/>
          </a:prstGeom>
          <a:solidFill>
            <a:srgbClr val="E6B2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6460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800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blows up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005840" y="5440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three is fighting for token headroom.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355080" y="457200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55080" y="4572000"/>
            <a:ext cx="54864" cy="1691640"/>
          </a:xfrm>
          <a:prstGeom prst="rect">
            <a:avLst/>
          </a:prstGeom>
          <a:solidFill>
            <a:srgbClr val="E6B2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86460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800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lost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629400" y="5440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“Wait — where did we leave off?” every time you resume.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515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Serious research</a:t>
            </a:r>
            <a:endParaRPr lang="en-US" sz="7800" dirty="0"/>
          </a:p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fit</a:t>
            </a:r>
            <a:endParaRPr lang="en-US" sz="7800" dirty="0"/>
          </a:p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prompt.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777240" y="5212080"/>
            <a:ext cx="1371600" cy="54864"/>
          </a:xfrm>
          <a:prstGeom prst="rect">
            <a:avLst/>
          </a:prstGeom>
          <a:solidFill>
            <a:srgbClr val="E6B2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LLM session either answers everything shallowly — or produces a long, unfocused mass that's hard to trust.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PRISM v2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method that keeps research coherent across prompts, sessions, and context limits.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349240" cy="2103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788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at Setup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3000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subject and goal. Setup runs as iterative refinement against the Lens Library — seven probes grade the draft strategy until coverage saturates.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783080"/>
            <a:ext cx="5349240" cy="2103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48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2788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per prompt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766560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dispatch carries a triple contract: Envelope (inbound), Self-check (substrate verification), Output (outbound file with structured signature).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" y="4069080"/>
            <a:ext cx="5349240" cy="2103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34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5074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by design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143000" y="5577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Selection chooses per dispatch. Triangulation reconciles divergence at convergence. Cross-vendor disagreement is signal, not noise.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4069080"/>
            <a:ext cx="5349240" cy="2103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4348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5074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state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6766560" y="5577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file carries every artifact across every session. “What’s next?” resumes any project — start, mid-flight, or after a long pause.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names the split that v1.x ran inconsistently.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51206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with the framework attached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state, Setup probes, Monitor fires, convergence reasoning.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self-check at session open (SP-13).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by writing What’s next to the Master.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11680"/>
            <a:ext cx="5120640" cy="73152"/>
          </a:xfrm>
          <a:prstGeom prst="rect">
            <a:avLst/>
          </a:prstGeom>
          <a:solidFill>
            <a:srgbClr val="E6B22E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vendor, single dispatched prompt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32918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file out, no framework overhead.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what the Envelope’s Attachments field names.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 the Envelope: Claude, Gemini, Perplexity, ChatGPT.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Crossing the boundary is the triple contract 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TRIPLE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load-bearing interface between sessions.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blocks. Visually distinctive. Self-contained. Survives mode changes (paste-chat today, automated dispatch later) unchanged.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78608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7860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011680" y="246888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6517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86000" y="30632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ID, Master version, Vendor + config, Dispatch shape, Attachments, Expected output, Operator hints.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858768"/>
            <a:ext cx="1005840" cy="1005840"/>
          </a:xfrm>
          <a:prstGeom prst="ellipse">
            <a:avLst/>
          </a:prstGeom>
          <a:solidFill>
            <a:srgbClr val="E6B22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587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2011680" y="374904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6000" y="39319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verification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286000" y="434340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declares model identity, confirms match against Envelope’s Vendor and Vendor config fields. Halts on mismatch.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138928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3892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2011680" y="5029200"/>
            <a:ext cx="9418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521208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286000" y="562356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.md file wrapped in PRISM Execution Output signature. Filename + next-action instruction baked in.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LENS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as a first-class artifact.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reference catalog of audit-scope lenses graded against the draft Prompt Strategy. Probe 1 surfaces what a freehand scope would have silently missed.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108960"/>
            <a:ext cx="26060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lenses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108960"/>
            <a:ext cx="26060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56616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lenses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800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packs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3108960"/>
            <a:ext cx="26060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35508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probes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800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vs. Library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0" y="3108960"/>
            <a:ext cx="26060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32918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914400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of readiness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4800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P0→P1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lens = material question  ·  evidence class  ·  specialist type. External frameworks (WCAG, OWASP) appear as provenance, not rubrics.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AS ITERATIVE REFINEMENT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P0.1 → P0.2 → … until coverage saturates.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1 grades the draft strategy against the Library each iteration. Probes 6 &amp; 7 iterate early. Probes 2 &amp; 4 iterate per turn. Probes 3 &amp; 5 run once.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1208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grading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30552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130552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76272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Scope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39896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739896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85616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58584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58584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04304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67928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567928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13648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Recon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77272" y="2468880"/>
            <a:ext cx="146304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7272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222992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Voice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3794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READINESS  —  P0 → P1 BOUNDARY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2519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572000"/>
            <a:ext cx="640080" cy="640080"/>
          </a:xfrm>
          <a:prstGeom prst="ellipse">
            <a:avLst/>
          </a:prstGeom>
          <a:solidFill>
            <a:srgbClr val="E6B22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63040" y="4572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completeness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5257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planned prompt has all six required fields.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51960" y="42519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4572000"/>
            <a:ext cx="640080" cy="640080"/>
          </a:xfrm>
          <a:prstGeom prst="ellipse">
            <a:avLst/>
          </a:prstGeom>
          <a:solidFill>
            <a:srgbClr val="E6B22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49240" y="4572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coverage saturation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0" y="5257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applicable Lens covered or explicitly out of scope.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38160" y="425196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58200" y="4572000"/>
            <a:ext cx="640080" cy="640080"/>
          </a:xfrm>
          <a:prstGeom prst="ellipse">
            <a:avLst/>
          </a:prstGeom>
          <a:solidFill>
            <a:srgbClr val="E6B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235440" y="4572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ratification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458200" y="5257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approval. Silence is never consent (SP-9).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 +  WHAT’S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state. One question to resume.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a single living markdown file holding every artifact — Decision brief, Stakeholder register, Claim inventory, Jurisdiction map, Prompt Strategy, Findings, Rerun Register, Learnings, Changelog.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63040" y="2834640"/>
            <a:ext cx="9235440" cy="21945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2834640"/>
            <a:ext cx="109728" cy="2194560"/>
          </a:xfrm>
          <a:prstGeom prst="rect">
            <a:avLst/>
          </a:prstGeom>
          <a:solidFill>
            <a:srgbClr val="E6B22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063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FILE.  ASK ONE QUESTION.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52044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“What’s next?”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82880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entry point. Works for start, resume, or “where was I?” after a long pause.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never reconstruct from memory. The Master is the source of truth.  (SP-1)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CONTEXT-PRESSURE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session knows when it’s slipping.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signals — three volumetric, four behavioral — compounded qualitatively into four bands. Behavioral signals weight higher. Operator override is authoritative.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2606040" cy="2468880"/>
          </a:xfrm>
          <a:prstGeom prst="rect">
            <a:avLst/>
          </a:prstGeom>
          <a:solidFill>
            <a:srgbClr val="1E2761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017520"/>
            <a:ext cx="2606040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2606040" cy="2468880"/>
          </a:xfrm>
          <a:prstGeom prst="rect">
            <a:avLst/>
          </a:prstGeom>
          <a:solidFill>
            <a:srgbClr val="1E2761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3017520"/>
            <a:ext cx="260604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56616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warm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4800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Continuous-curation posture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017520"/>
            <a:ext cx="2606040" cy="2468880"/>
          </a:xfrm>
          <a:prstGeom prst="rect">
            <a:avLst/>
          </a:prstGeom>
          <a:solidFill>
            <a:srgbClr val="1E2761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017520"/>
            <a:ext cx="2606040" cy="1645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35508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now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4800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Operator-elective migration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3017520"/>
            <a:ext cx="2606040" cy="2468880"/>
          </a:xfrm>
          <a:prstGeom prst="rect">
            <a:avLst/>
          </a:prstGeom>
          <a:solidFill>
            <a:srgbClr val="1E2761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3017520"/>
            <a:ext cx="2606040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3383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14400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48006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handoff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D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Migrate — mandatory Migration handoff: a structured artifact, not pushing through a degraded session.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research problem too big for one prompt and too long for one session.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audits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 ·  UX  ·  technical  ·  strategy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8288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5488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definition  ·  segmentation  ·  positioning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0" y="182880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0312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0392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cross-checked. Triangulation built in.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31520" y="347472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90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due diligence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00584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IC-ready memo with risk register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480560" y="347472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490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75488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risk  ·  regulatory  ·  data lawfulness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229600" y="3474720"/>
            <a:ext cx="35204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7490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5256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503920" y="4251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recommendation with falsifier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“Any research problem where a single prompt would either be too shallow or too long to trust.”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6B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246888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PRISM.md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github.com/Ronkupper/PRISM. One file: framework + Lens Library + skill frontmatter.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246888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5262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or install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 Claude session, or install as a Claude Skill so it auto-triggers on any project Master.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468880"/>
            <a:ext cx="365760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E6B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6B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841248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subject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Claude the project. Setup runs. Approve the strategy. Send “What’s next?”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6035040"/>
            <a:ext cx="1371600" cy="54864"/>
          </a:xfrm>
          <a:prstGeom prst="rect">
            <a:avLst/>
          </a:prstGeom>
          <a:solidFill>
            <a:srgbClr val="E6B2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v2.0  ·  Ron Kuper + Claude  · 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6172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4D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github.com/Ronkupper/PRISM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 v2.0 — A framework for LLM research and audits</dc:title>
  <dc:subject>PptxGenJS Presentation</dc:subject>
  <dc:creator>Ron Kuper</dc:creator>
  <cp:lastModifiedBy>Ron Kuper</cp:lastModifiedBy>
  <cp:revision>1</cp:revision>
  <dcterms:created xsi:type="dcterms:W3CDTF">2026-04-25T17:42:48Z</dcterms:created>
  <dcterms:modified xsi:type="dcterms:W3CDTF">2026-04-25T17:42:48Z</dcterms:modified>
</cp:coreProperties>
</file>